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7701450" cx="118872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6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24a5d562ffe4887e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g24a5d562ffe4887e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7701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7701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7701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7701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7701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7701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77014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77014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77014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77014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77014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77014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77014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77014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77014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77014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77014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77014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77014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77014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77014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77014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77014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77014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Credit Card Fraud Detection - Capstone Project</a:t>
            </a:r>
            <a:endParaRPr/>
          </a:p>
        </p:txBody>
      </p:sp>
      <p:sp>
        <p:nvSpPr>
          <p:cNvPr id="19" name="Google Shape;19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Submitted by: Pooja Ligade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